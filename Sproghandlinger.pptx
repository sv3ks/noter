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8" r:id="rId3"/>
    <p:sldId id="279" r:id="rId4"/>
    <p:sldId id="275" r:id="rId5"/>
    <p:sldId id="276" r:id="rId6"/>
    <p:sldId id="277" r:id="rId7"/>
    <p:sldId id="262" r:id="rId8"/>
  </p:sldIdLst>
  <p:sldSz cx="9144000" cy="6858000" type="screen4x3"/>
  <p:notesSz cx="6669088" cy="97758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37"/>
  </p:normalViewPr>
  <p:slideViewPr>
    <p:cSldViewPr>
      <p:cViewPr varScale="1">
        <p:scale>
          <a:sx n="103" d="100"/>
          <a:sy n="103" d="100"/>
        </p:scale>
        <p:origin x="16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799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351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692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255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972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014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412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135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205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75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861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Rediger typografien i masterens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176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3443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7227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8174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9540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072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651D0F2-378A-4ACE-BBCD-DF7DB2037523}" type="datetimeFigureOut">
              <a:rPr lang="da-DK" smtClean="0"/>
              <a:t>30.09.2026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C91DC-7EEB-43FE-A238-42294C2FC6F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55897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AP	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er sproghandlinger?</a:t>
            </a:r>
          </a:p>
        </p:txBody>
      </p:sp>
    </p:spTree>
    <p:extLst>
      <p:ext uri="{BB962C8B-B14F-4D97-AF65-F5344CB8AC3E}">
        <p14:creationId xmlns:p14="http://schemas.microsoft.com/office/powerpoint/2010/main" val="182577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Teorien om sproghandlinger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da-DK" dirty="0"/>
              <a:t>”At bruge sproget, er at handle!” (Håndbog til dansk)</a:t>
            </a:r>
          </a:p>
          <a:p>
            <a:pPr marL="114300" indent="0">
              <a:buNone/>
            </a:pPr>
            <a:endParaRPr lang="da-DK" dirty="0"/>
          </a:p>
          <a:p>
            <a:pPr marL="114300" indent="0">
              <a:buNone/>
            </a:pPr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852936"/>
            <a:ext cx="8028384" cy="37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4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u har lov til at ytre dig! | FO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301208"/>
            <a:ext cx="2395835" cy="135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Vi fokuserer på følgende tre typer af sproghandlinger: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informerende sproghandlinger</a:t>
            </a:r>
          </a:p>
          <a:p>
            <a:r>
              <a:rPr lang="da-DK" dirty="0"/>
              <a:t>De handlingsregulerende sproghandlinger</a:t>
            </a:r>
          </a:p>
          <a:p>
            <a:r>
              <a:rPr lang="da-DK" dirty="0"/>
              <a:t>De følelses- </a:t>
            </a:r>
            <a:r>
              <a:rPr lang="da-DK"/>
              <a:t>og holdningsudtrykkende </a:t>
            </a:r>
            <a:r>
              <a:rPr lang="da-DK" dirty="0"/>
              <a:t>sproghandlinger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Inden vi går i gang: Hvad er en ytring? </a:t>
            </a:r>
          </a:p>
          <a:p>
            <a:r>
              <a:rPr lang="da-DK" dirty="0"/>
              <a:t>Ytring = bemærkning / udtalelse. Man kan altså både ytre sig på skrift og i tale.</a:t>
            </a:r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154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altLang="da-DK" dirty="0"/>
              <a:t>De informerende sproghandlinger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altLang="da-DK" dirty="0"/>
              <a:t>Her er ytringens indhold af information/viden/oplysning i centrum.</a:t>
            </a:r>
          </a:p>
          <a:p>
            <a:endParaRPr lang="da-DK" dirty="0"/>
          </a:p>
          <a:p>
            <a:r>
              <a:rPr lang="da-DK" dirty="0"/>
              <a:t>Fx: ”Jeg hedder Hans.” ”Kjolen er rød.” </a:t>
            </a:r>
          </a:p>
          <a:p>
            <a:endParaRPr lang="da-DK" dirty="0"/>
          </a:p>
          <a:p>
            <a:r>
              <a:rPr lang="da-DK" altLang="da-DK" dirty="0"/>
              <a:t>Hyppigt brugte verber: </a:t>
            </a:r>
            <a:br>
              <a:rPr lang="da-DK" altLang="da-DK" dirty="0"/>
            </a:br>
            <a:r>
              <a:rPr lang="da-DK" altLang="da-DK" dirty="0"/>
              <a:t>meddele, beskrive, forklare, berette, bekendtgøre, gøre opmærksom på.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6666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altLang="da-DK" dirty="0"/>
              <a:t>De handlingsregulerende sproghandlinger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da-DK" altLang="da-DK" dirty="0"/>
              <a:t>Afsenderen forsøger at regulere modtagerens handlinger efter sine egne.</a:t>
            </a:r>
          </a:p>
          <a:p>
            <a:pPr>
              <a:lnSpc>
                <a:spcPct val="90000"/>
              </a:lnSpc>
            </a:pPr>
            <a:endParaRPr lang="da-DK" dirty="0"/>
          </a:p>
          <a:p>
            <a:r>
              <a:rPr lang="da-DK" dirty="0"/>
              <a:t>Fx: ”Vær stille!” ”Du skal skrive din opgave nu!”</a:t>
            </a:r>
          </a:p>
          <a:p>
            <a:endParaRPr lang="da-DK" dirty="0"/>
          </a:p>
          <a:p>
            <a:r>
              <a:rPr lang="da-DK" altLang="da-DK" dirty="0"/>
              <a:t>Hyppigt brugte verber:</a:t>
            </a:r>
            <a:br>
              <a:rPr lang="da-DK" altLang="da-DK" dirty="0"/>
            </a:br>
            <a:r>
              <a:rPr lang="da-DK" altLang="da-DK" dirty="0"/>
              <a:t>Andres handlinger: fx opfordre, bede om, foreslå, bestille, forlange.</a:t>
            </a:r>
            <a:br>
              <a:rPr lang="da-DK" altLang="da-DK" dirty="0"/>
            </a:br>
            <a:r>
              <a:rPr lang="da-DK" altLang="da-DK" dirty="0"/>
              <a:t>Egne handlinger: fx love, tilbyde, indvilge, sværge, undskylde.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261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altLang="da-DK" sz="2800" dirty="0"/>
              <a:t>De følelses- og holdningsudtrykkende sproghandlinger</a:t>
            </a:r>
            <a:endParaRPr lang="da-DK" sz="2800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altLang="da-DK" dirty="0"/>
              <a:t>Afsenderen giver udtryk for sine følelser og holdninger.</a:t>
            </a:r>
          </a:p>
          <a:p>
            <a:endParaRPr lang="da-DK" dirty="0"/>
          </a:p>
          <a:p>
            <a:r>
              <a:rPr lang="da-DK" dirty="0"/>
              <a:t>Fx: ”Det er jeg virkelig ked af.”</a:t>
            </a:r>
          </a:p>
          <a:p>
            <a:endParaRPr lang="da-DK" dirty="0"/>
          </a:p>
          <a:p>
            <a:r>
              <a:rPr lang="da-DK" altLang="da-DK" dirty="0"/>
              <a:t>Hyppigt brugte verber: </a:t>
            </a:r>
            <a:br>
              <a:rPr lang="da-DK" altLang="da-DK" dirty="0"/>
            </a:br>
            <a:r>
              <a:rPr lang="da-DK" altLang="da-DK" dirty="0"/>
              <a:t>Positive: fx rose, indrømme, billige</a:t>
            </a:r>
            <a:br>
              <a:rPr lang="da-DK" altLang="da-DK" dirty="0"/>
            </a:br>
            <a:r>
              <a:rPr lang="da-DK" altLang="da-DK" dirty="0"/>
              <a:t>Negative: fx beklage, bebrejde, beskylde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3657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/>
              <a:t>Bestem sproghandlingstyperne for følgende ytringer: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791741"/>
            <a:ext cx="8229600" cy="4373563"/>
          </a:xfrm>
        </p:spPr>
        <p:txBody>
          <a:bodyPr/>
          <a:lstStyle/>
          <a:p>
            <a:r>
              <a:rPr lang="da-DK" dirty="0"/>
              <a:t>Det er dejligt, at være dansklærer i </a:t>
            </a:r>
            <a:r>
              <a:rPr lang="da-DK"/>
              <a:t>denne klasse.</a:t>
            </a:r>
            <a:endParaRPr lang="da-DK" dirty="0"/>
          </a:p>
          <a:p>
            <a:r>
              <a:rPr lang="da-DK" dirty="0"/>
              <a:t>Som dansklærer i gymnasiet retter jeg mange stile.</a:t>
            </a:r>
          </a:p>
          <a:p>
            <a:r>
              <a:rPr lang="da-DK" dirty="0"/>
              <a:t>I skal stoppe med at snakke nu.</a:t>
            </a:r>
          </a:p>
          <a:p>
            <a:r>
              <a:rPr lang="da-DK" dirty="0"/>
              <a:t>Jeg synes, det er god bog.</a:t>
            </a:r>
          </a:p>
          <a:p>
            <a:r>
              <a:rPr lang="da-DK" dirty="0"/>
              <a:t>Jorden er flad som en pandekage.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90430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2099</TotalTime>
  <Words>276</Words>
  <Application>Microsoft Macintosh PowerPoint</Application>
  <PresentationFormat>Skærmshow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AP </vt:lpstr>
      <vt:lpstr>Teorien om sproghandlinger</vt:lpstr>
      <vt:lpstr>Vi fokuserer på følgende tre typer af sproghandlinger:</vt:lpstr>
      <vt:lpstr>De informerende sproghandlinger</vt:lpstr>
      <vt:lpstr>De handlingsregulerende sproghandlinger</vt:lpstr>
      <vt:lpstr>De følelses- og holdningsudtrykkende sproghandlinger</vt:lpstr>
      <vt:lpstr>Bestem sproghandlingstyperne for følgende ytringer:</vt:lpstr>
    </vt:vector>
  </TitlesOfParts>
  <Company>CampusVejle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</dc:title>
  <dc:creator>LM</dc:creator>
  <cp:lastModifiedBy>Mari-Anne Martin</cp:lastModifiedBy>
  <cp:revision>44</cp:revision>
  <cp:lastPrinted>2016-11-21T09:26:52Z</cp:lastPrinted>
  <dcterms:created xsi:type="dcterms:W3CDTF">2015-08-24T19:49:39Z</dcterms:created>
  <dcterms:modified xsi:type="dcterms:W3CDTF">2026-09-30T09:07:07Z</dcterms:modified>
</cp:coreProperties>
</file>