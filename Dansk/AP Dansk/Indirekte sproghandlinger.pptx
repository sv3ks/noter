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llemlayou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8FB70-BCE1-4F77-AF09-A4FBDD1D3B32}" type="datetimeFigureOut">
              <a:rPr lang="da-DK" smtClean="0"/>
              <a:t>05-10-2026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32887-0592-4ABC-B9F5-3CE9B59AF44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47744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8FB70-BCE1-4F77-AF09-A4FBDD1D3B32}" type="datetimeFigureOut">
              <a:rPr lang="da-DK" smtClean="0"/>
              <a:t>05-10-2026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32887-0592-4ABC-B9F5-3CE9B59AF44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32658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8FB70-BCE1-4F77-AF09-A4FBDD1D3B32}" type="datetimeFigureOut">
              <a:rPr lang="da-DK" smtClean="0"/>
              <a:t>05-10-2026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32887-0592-4ABC-B9F5-3CE9B59AF44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49695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8FB70-BCE1-4F77-AF09-A4FBDD1D3B32}" type="datetimeFigureOut">
              <a:rPr lang="da-DK" smtClean="0"/>
              <a:t>05-10-2026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32887-0592-4ABC-B9F5-3CE9B59AF44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67495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8FB70-BCE1-4F77-AF09-A4FBDD1D3B32}" type="datetimeFigureOut">
              <a:rPr lang="da-DK" smtClean="0"/>
              <a:t>05-10-2026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32887-0592-4ABC-B9F5-3CE9B59AF44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96062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8FB70-BCE1-4F77-AF09-A4FBDD1D3B32}" type="datetimeFigureOut">
              <a:rPr lang="da-DK" smtClean="0"/>
              <a:t>05-10-2026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32887-0592-4ABC-B9F5-3CE9B59AF44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80492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8FB70-BCE1-4F77-AF09-A4FBDD1D3B32}" type="datetimeFigureOut">
              <a:rPr lang="da-DK" smtClean="0"/>
              <a:t>05-10-2026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32887-0592-4ABC-B9F5-3CE9B59AF44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09237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8FB70-BCE1-4F77-AF09-A4FBDD1D3B32}" type="datetimeFigureOut">
              <a:rPr lang="da-DK" smtClean="0"/>
              <a:t>05-10-2026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32887-0592-4ABC-B9F5-3CE9B59AF44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38614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8FB70-BCE1-4F77-AF09-A4FBDD1D3B32}" type="datetimeFigureOut">
              <a:rPr lang="da-DK" smtClean="0"/>
              <a:t>05-10-2026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32887-0592-4ABC-B9F5-3CE9B59AF44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45239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8FB70-BCE1-4F77-AF09-A4FBDD1D3B32}" type="datetimeFigureOut">
              <a:rPr lang="da-DK" smtClean="0"/>
              <a:t>05-10-2026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32887-0592-4ABC-B9F5-3CE9B59AF44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89812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8FB70-BCE1-4F77-AF09-A4FBDD1D3B32}" type="datetimeFigureOut">
              <a:rPr lang="da-DK" smtClean="0"/>
              <a:t>05-10-2026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32887-0592-4ABC-B9F5-3CE9B59AF44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29448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8FB70-BCE1-4F77-AF09-A4FBDD1D3B32}" type="datetimeFigureOut">
              <a:rPr lang="da-DK" smtClean="0"/>
              <a:t>05-10-2026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32887-0592-4ABC-B9F5-3CE9B59AF44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78493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Indirekte sproghandlinger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 err="1"/>
              <a:t>Optoning</a:t>
            </a:r>
            <a:r>
              <a:rPr lang="da-DK" dirty="0"/>
              <a:t> og nedtoning af sprog</a:t>
            </a:r>
          </a:p>
        </p:txBody>
      </p:sp>
    </p:spTree>
    <p:extLst>
      <p:ext uri="{BB962C8B-B14F-4D97-AF65-F5344CB8AC3E}">
        <p14:creationId xmlns:p14="http://schemas.microsoft.com/office/powerpoint/2010/main" val="1337050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QUrbex - Photos | Faceboo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363" y="4782"/>
            <a:ext cx="10298545" cy="6853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3812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Indirekte sproghandlinger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-204537" y="1253331"/>
            <a:ext cx="10515600" cy="4351338"/>
          </a:xfrm>
        </p:spPr>
        <p:txBody>
          <a:bodyPr/>
          <a:lstStyle/>
          <a:p>
            <a:r>
              <a:rPr lang="da-DK"/>
              <a:t>Der er forskel på en sproghandlings bogstavelige betydning og dens faktiske betydning!</a:t>
            </a:r>
          </a:p>
          <a:p>
            <a:endParaRPr lang="da-DK" dirty="0"/>
          </a:p>
        </p:txBody>
      </p:sp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25345"/>
              </p:ext>
            </p:extLst>
          </p:nvPr>
        </p:nvGraphicFramePr>
        <p:xfrm>
          <a:off x="838200" y="2890981"/>
          <a:ext cx="10515600" cy="301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10383651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5083179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0016372"/>
                    </a:ext>
                  </a:extLst>
                </a:gridCol>
              </a:tblGrid>
              <a:tr h="572095">
                <a:tc>
                  <a:txBody>
                    <a:bodyPr/>
                    <a:lstStyle/>
                    <a:p>
                      <a:r>
                        <a:rPr lang="da-DK" b="1" dirty="0"/>
                        <a:t>Eksempel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b="1" dirty="0"/>
                        <a:t>Type af</a:t>
                      </a:r>
                      <a:r>
                        <a:rPr lang="da-DK" b="1" baseline="0" dirty="0"/>
                        <a:t> sproghandling på </a:t>
                      </a:r>
                      <a:r>
                        <a:rPr lang="da-DK" b="1" baseline="0"/>
                        <a:t>det bogstavelige </a:t>
                      </a:r>
                      <a:r>
                        <a:rPr lang="da-DK" b="1" baseline="0" dirty="0"/>
                        <a:t>plan</a:t>
                      </a:r>
                      <a:endParaRPr lang="da-DK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b="1" dirty="0"/>
                        <a:t>Type</a:t>
                      </a:r>
                      <a:r>
                        <a:rPr lang="da-DK" b="1" baseline="0" dirty="0"/>
                        <a:t> af sproghandling på det indirekte plan</a:t>
                      </a:r>
                      <a:endParaRPr lang="da-DK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642101"/>
                  </a:ext>
                </a:extLst>
              </a:tr>
              <a:tr h="1307645">
                <a:tc>
                  <a:txBody>
                    <a:bodyPr/>
                    <a:lstStyle/>
                    <a:p>
                      <a:r>
                        <a:rPr lang="da-DK" dirty="0"/>
                        <a:t>Din mor</a:t>
                      </a:r>
                      <a:r>
                        <a:rPr lang="da-DK" baseline="0" dirty="0"/>
                        <a:t> arbejder ikke her 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Informerende sproghandling</a:t>
                      </a:r>
                    </a:p>
                    <a:p>
                      <a:r>
                        <a:rPr lang="da-DK" dirty="0"/>
                        <a:t>(Din</a:t>
                      </a:r>
                      <a:r>
                        <a:rPr lang="da-DK" baseline="0" dirty="0"/>
                        <a:t> mor er ikke ansat i denne virksomhed.)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Handlingsregulerende</a:t>
                      </a:r>
                      <a:r>
                        <a:rPr lang="da-DK" baseline="0" dirty="0"/>
                        <a:t> sproghandling</a:t>
                      </a:r>
                    </a:p>
                    <a:p>
                      <a:r>
                        <a:rPr lang="da-DK" baseline="0" dirty="0"/>
                        <a:t>(Du skal selv sørge for at rydde op, for din mor er her ikke til at gøre det for dig.)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962260"/>
                  </a:ext>
                </a:extLst>
              </a:tr>
              <a:tr h="817279">
                <a:tc>
                  <a:txBody>
                    <a:bodyPr/>
                    <a:lstStyle/>
                    <a:p>
                      <a:r>
                        <a:rPr lang="da-DK" dirty="0"/>
                        <a:t>Kan du nå saltet?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Informerende</a:t>
                      </a:r>
                      <a:r>
                        <a:rPr lang="da-DK" baseline="0" dirty="0"/>
                        <a:t> sproghandling</a:t>
                      </a:r>
                    </a:p>
                    <a:p>
                      <a:r>
                        <a:rPr lang="da-DK" baseline="0" dirty="0"/>
                        <a:t>(Er du mon i stand til at nå saltet?)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Handlingsregulerende sproghandling</a:t>
                      </a:r>
                    </a:p>
                    <a:p>
                      <a:r>
                        <a:rPr lang="da-DK" dirty="0"/>
                        <a:t>(Giv</a:t>
                      </a:r>
                      <a:r>
                        <a:rPr lang="da-DK" baseline="0" dirty="0"/>
                        <a:t> mig saltet!)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668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1394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3999" y="0"/>
            <a:ext cx="385286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2794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Man kan </a:t>
            </a:r>
            <a:r>
              <a:rPr lang="da-DK" dirty="0" err="1"/>
              <a:t>optone</a:t>
            </a:r>
            <a:r>
              <a:rPr lang="da-DK" dirty="0"/>
              <a:t> og nedtone sit sprog 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I en samtale kan man vælge at </a:t>
            </a:r>
            <a:r>
              <a:rPr lang="da-DK" dirty="0" err="1"/>
              <a:t>optone</a:t>
            </a:r>
            <a:r>
              <a:rPr lang="da-DK" dirty="0"/>
              <a:t> og nedtone sit sprog. Det gør man helt uden at tænke over det!</a:t>
            </a:r>
          </a:p>
          <a:p>
            <a:r>
              <a:rPr lang="da-DK" dirty="0"/>
              <a:t>Når man </a:t>
            </a:r>
            <a:r>
              <a:rPr lang="da-DK" dirty="0" err="1"/>
              <a:t>optoner</a:t>
            </a:r>
            <a:r>
              <a:rPr lang="da-DK" dirty="0"/>
              <a:t> sit sprog, skruer man op for styrken i sin ytring.</a:t>
            </a:r>
          </a:p>
          <a:p>
            <a:r>
              <a:rPr lang="da-DK" dirty="0"/>
              <a:t>Når man nedtoner sit sprog, skruer man ned for styrken i sin ytring.</a:t>
            </a:r>
          </a:p>
          <a:p>
            <a:pPr marL="0" indent="0">
              <a:buNone/>
            </a:pPr>
            <a:r>
              <a:rPr lang="da-DK" dirty="0"/>
              <a:t> </a:t>
            </a:r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711031"/>
              </p:ext>
            </p:extLst>
          </p:nvPr>
        </p:nvGraphicFramePr>
        <p:xfrm>
          <a:off x="1059873" y="4229483"/>
          <a:ext cx="5858164" cy="1010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9082">
                  <a:extLst>
                    <a:ext uri="{9D8B030D-6E8A-4147-A177-3AD203B41FA5}">
                      <a16:colId xmlns:a16="http://schemas.microsoft.com/office/drawing/2014/main" val="2257295535"/>
                    </a:ext>
                  </a:extLst>
                </a:gridCol>
                <a:gridCol w="2929082">
                  <a:extLst>
                    <a:ext uri="{9D8B030D-6E8A-4147-A177-3AD203B41FA5}">
                      <a16:colId xmlns:a16="http://schemas.microsoft.com/office/drawing/2014/main" val="24161232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b="1" dirty="0" err="1"/>
                        <a:t>Optone</a:t>
                      </a:r>
                      <a:r>
                        <a:rPr lang="da-DK" b="1" baseline="0" dirty="0"/>
                        <a:t> </a:t>
                      </a:r>
                      <a:endParaRPr lang="da-DK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b="1" dirty="0"/>
                        <a:t>Nedtone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4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Giv mig så det salt!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Har</a:t>
                      </a:r>
                      <a:r>
                        <a:rPr lang="da-DK" baseline="0" dirty="0"/>
                        <a:t> du mulighed for at række mig saltet?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783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2064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Optoningsstrategier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da-DK" dirty="0"/>
              <a:t>Imperativ: luk, tag, se!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a-DK" dirty="0"/>
              <a:t>Biord der forstærker: så, altså, lige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a-DK" dirty="0"/>
              <a:t>Eder (bandeord): </a:t>
            </a:r>
            <a:r>
              <a:rPr lang="da-DK" dirty="0" err="1"/>
              <a:t>fandme</a:t>
            </a:r>
            <a:r>
              <a:rPr lang="da-DK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07746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Nedtoningsstrategier 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Spørgeform: ? </a:t>
            </a:r>
          </a:p>
          <a:p>
            <a:r>
              <a:rPr lang="da-DK" dirty="0"/>
              <a:t>Mådesudsagnsord: kan/kunne </a:t>
            </a:r>
          </a:p>
          <a:p>
            <a:r>
              <a:rPr lang="da-DK" dirty="0"/>
              <a:t>Biord der bagatelliserer: nok, lige, godt, jo, bare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pPr lvl="8" algn="r"/>
            <a:r>
              <a:rPr lang="da-DK" dirty="0"/>
              <a:t>Kilde: </a:t>
            </a:r>
            <a:r>
              <a:rPr lang="da-DK" i="1" dirty="0"/>
              <a:t>Ind i sproget</a:t>
            </a:r>
            <a:r>
              <a:rPr lang="da-DK" dirty="0"/>
              <a:t>, Systime 2017 </a:t>
            </a:r>
          </a:p>
        </p:txBody>
      </p:sp>
    </p:spTree>
    <p:extLst>
      <p:ext uri="{BB962C8B-B14F-4D97-AF65-F5344CB8AC3E}">
        <p14:creationId xmlns:p14="http://schemas.microsoft.com/office/powerpoint/2010/main" val="1009680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235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Office-tema</vt:lpstr>
      <vt:lpstr>Indirekte sproghandlinger</vt:lpstr>
      <vt:lpstr>PowerPoint-præsentation</vt:lpstr>
      <vt:lpstr>Indirekte sproghandlinger</vt:lpstr>
      <vt:lpstr>PowerPoint-præsentation</vt:lpstr>
      <vt:lpstr>Man kan optone og nedtone sit sprog </vt:lpstr>
      <vt:lpstr>Optoningsstrategier</vt:lpstr>
      <vt:lpstr>Nedtoningsstrategier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Indirekte sprog</dc:title>
  <dc:creator>Ida Theil Gregersen</dc:creator>
  <cp:lastModifiedBy>Snorre Vilfred Kloster Silkjær</cp:lastModifiedBy>
  <cp:revision>10</cp:revision>
  <dcterms:created xsi:type="dcterms:W3CDTF">2021-06-11T07:30:21Z</dcterms:created>
  <dcterms:modified xsi:type="dcterms:W3CDTF">2026-10-05T11:00:25Z</dcterms:modified>
</cp:coreProperties>
</file>